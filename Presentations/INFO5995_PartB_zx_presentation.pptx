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408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INFO5995 — Assignment 2  |  Part B Bug Bounty |  Tutorial 28 Group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943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File Creation via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Dangling Symlink in zx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5420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OSS VRP  ·  CWE-59  ·  Zero-Day Candidate (Type 2)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3063240"/>
            <a:ext cx="3108960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github.com/google/zx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" y="3799332"/>
            <a:ext cx="5577840" cy="1051560"/>
          </a:xfrm>
          <a:prstGeom prst="rect">
            <a:avLst/>
          </a:prstGeom>
          <a:solidFill>
            <a:srgbClr val="132338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5029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404164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Shyam Karthick Venkatraman Balakrishnan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Nishanth Shanmugasundaram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Bharathwaj Murali</a:t>
            </a:r>
            <a:endParaRPr lang="en-US" sz="1100" dirty="0"/>
          </a:p>
          <a:p>
            <a:r>
              <a:rPr lang="en-US" altLang="zh-CN" sz="1100" dirty="0">
                <a:solidFill>
                  <a:schemeClr val="bg1"/>
                </a:solidFill>
              </a:rPr>
              <a:t>Tareq </a:t>
            </a:r>
            <a:r>
              <a:rPr lang="en-US" altLang="zh-CN" sz="1100" dirty="0" err="1">
                <a:solidFill>
                  <a:schemeClr val="bg1"/>
                </a:solidFill>
              </a:rPr>
              <a:t>Alsubaie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Peisen Zheng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640080"/>
            <a:ext cx="242316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601968" y="914400"/>
            <a:ext cx="22128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ln -s ~/.bashrc zx.mjs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zx --eval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'console.log("pwned")'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symlink followed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~/.bashrc created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symlink removed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&amp; SCOPE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91440" cy="35204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zx?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Google-maintained CLI tool that makes writing shell scripts in JavaScript/TypeScript easy.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wraps bash commands with a clean async API and is widely used in developer automation and CI/CD pipelines.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npm: ~3M weekly downloads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~43K GitHub stars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Used in production CI/CD pipelines globally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91440" cy="352044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937760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Program?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Google OSS VRP is explicitly listed in the assignment spec as an approved program.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google/zx is an OT2/OT3 tier repository — in scope for the program.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testing was done locally on a cloned copy — no live service targeted.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DoS, brute force, or third-party data access was performed.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https://github.com/google/zx  ·  Reported via bughunters.google.com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VULNERABILITY: ROOT CAUSE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926080" cy="38404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CWE-59 — Improper Link Resolution Before File Access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283464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320040" y="12984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getFilepath()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682496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fs.existsSync()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false for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dangling symlinks ⚠️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984248"/>
            <a:ext cx="502920" cy="0"/>
          </a:xfrm>
          <a:prstGeom prst="line">
            <a:avLst/>
          </a:prstGeom>
          <a:noFill/>
          <a:ln w="317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3337560" y="1298448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3337560" y="1298448"/>
            <a:ext cx="2834640" cy="32918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3337560" y="12984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runScript()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682496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fs.writeFile()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symlink →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target path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984248"/>
            <a:ext cx="502920" cy="0"/>
          </a:xfrm>
          <a:prstGeom prst="line">
            <a:avLst/>
          </a:prstGeom>
          <a:noFill/>
          <a:ln w="317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355080" y="1298448"/>
            <a:ext cx="2834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6355080" y="1298448"/>
            <a:ext cx="2834640" cy="32918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355080" y="12984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rmrf() cleanup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1682496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symlink via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lstatSync → unlinks it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file LEFT behind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852928"/>
            <a:ext cx="8503920" cy="658368"/>
          </a:xfrm>
          <a:prstGeom prst="rect">
            <a:avLst/>
          </a:prstGeom>
          <a:solidFill>
            <a:srgbClr val="FFF7ED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502920" y="28529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Key Insight: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285292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fs.existsSync() resolves symlinks before checking. A dangling symlink (target absent) returns false — so zx treats it as a free slot and writes through it. No race condition needed; attack is fully deterministic.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850392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457200" y="3639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pattern in src/cli.ts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" y="3931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getFilepath() — picks temp filename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.find(f =&gt; </a:t>
            </a: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!fs.existsSync(f)</a:t>
            </a: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// ← dangling symlink returns false here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runScript() — writes without re-checking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fs.writeFile(</a:t>
            </a:r>
            <a:r>
              <a:rPr lang="en-US" sz="950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tempPath</a:t>
            </a: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script)   // ← follows symlink to attacker path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&amp; SUBMISSION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60520" cy="2880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— 2 steps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5488" y="1115568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 — Attacker prepares symlink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 -s ~/.bash_aliases zx.mjs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 — Victim runs zx from same dir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zx --eval 'console.log("pwned")'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fs.existsSync('zx.mjs') = false  ← BUG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fs.writeFile() follows symlink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~/.bash_aliases CREATED with script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zx.mjs symlink deleted, target stays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6052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9" name="Image 0" descr="/home/claude/google_issue_screen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777240"/>
            <a:ext cx="4160520" cy="2880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63440" y="36758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Issue Tracker — issuetracker.google.com/issues/499674277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4005072"/>
            <a:ext cx="850392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502920" y="400507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Google closed as "Won't Fix (Intended Behavior)" — citing missing merged patch (OT2/OT3 tier requirement). This is a procedural closure, not a technical rejection of the vulnerability.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NOVELTY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788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27889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393192" y="777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Confirmed Impact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file creation at any attacker-chosen path writable by victim. Content fully controlled by attacker's script payload.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777240"/>
            <a:ext cx="2788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3246120" y="777240"/>
            <a:ext cx="2788920" cy="34747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3319272" y="777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Follow-On Impact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37560" y="1170432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via shell startup files, CI/CD pipeline compromise, developer tooling sabotage, autostart/hook file injection.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777240"/>
            <a:ext cx="2788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6172200" y="777240"/>
            <a:ext cx="278892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245352" y="777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Affected Users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3640" y="1170432"/>
            <a:ext cx="2606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developer, CI agent, or multi-user system running zx --eval, stdin, or remote URL in a shared or untrusted directory.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850392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NOVELTY EVIDENCE (Type 2 Candidate)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310128"/>
            <a:ext cx="8321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public CVE or advisory found for this issue in github.com/google/zx at submission time.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GitHub issue tracker search: no prior report matching dangling symlink / existsSync / tempPath.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Web search (Google, DuckDuckGo) returned no public disclosure combining 'zx' + 'symlink' + 'arbitrary file'.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Duplicates tab on Google Issue Tracker: 0 duplicates at time of filing (shown in screenshot).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Google's closure was procedural — missing patch — not a technical challenge of the finding's validity.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· REMEDIATION ·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023360" cy="3017520"/>
          </a:xfrm>
          <a:prstGeom prst="rect">
            <a:avLst/>
          </a:prstGeom>
          <a:solidFill>
            <a:srgbClr val="0D2438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Finding is Strong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3794760" cy="347472"/>
          </a:xfrm>
          <a:prstGeom prst="rect">
            <a:avLst/>
          </a:prstGeom>
          <a:solidFill>
            <a:srgbClr val="122030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Type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11887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— Zero-Day Candidate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600200"/>
            <a:ext cx="3794760" cy="347472"/>
          </a:xfrm>
          <a:prstGeom prst="rect">
            <a:avLst/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02920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Path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1600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demonstrated locally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011680"/>
            <a:ext cx="3794760" cy="347472"/>
          </a:xfrm>
          <a:prstGeom prst="rect">
            <a:avLst/>
          </a:prstGeom>
          <a:solidFill>
            <a:srgbClr val="122030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02920" y="2011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Control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20116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path + full content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423160"/>
            <a:ext cx="3794760" cy="347472"/>
          </a:xfrm>
          <a:prstGeom prst="rect">
            <a:avLst/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502920" y="2423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Context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24231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Developers, CI/CD agents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834640"/>
            <a:ext cx="3794760" cy="347472"/>
          </a:xfrm>
          <a:prstGeom prst="rect">
            <a:avLst/>
          </a:prstGeom>
          <a:solidFill>
            <a:srgbClr val="122030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50292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Evidence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23160" y="2834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CVE · No prior report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246120"/>
            <a:ext cx="3794760" cy="347472"/>
          </a:xfrm>
          <a:prstGeom prst="rect">
            <a:avLst/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502920" y="3246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Impact Row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23160" y="32461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/ 10  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777240"/>
            <a:ext cx="4206240" cy="3017520"/>
          </a:xfrm>
          <a:prstGeom prst="rect">
            <a:avLst/>
          </a:prstGeom>
          <a:solidFill>
            <a:srgbClr val="0D2438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800600" y="822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1188720"/>
            <a:ext cx="38404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(Minimal fix):
</a:t>
            </a:r>
            <a:r>
              <a:rPr lang="en-US" sz="10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fs.existsSync() with fs.lstatSync() in getFilepath() so dangling symlinks are treated as occupied.
</a:t>
            </a: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(Architectural):
</a:t>
            </a:r>
            <a:r>
              <a:rPr lang="en-US" sz="10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temp files to os.tmpdir() with a random prefix — removes attacker influence over the directory entirely.
</a:t>
            </a: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 (Strongest):
</a:t>
            </a:r>
            <a:r>
              <a:rPr lang="en-US" sz="10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fs.open() with O_CREAT | O_EXCL for atomic exclusive file creation.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3977640"/>
            <a:ext cx="9144000" cy="914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320040" y="39776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file creation via dangling symlink in google/zx  ·  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Zero-Day Candidate  ·  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PoC demonstrated  ·  No prior public disclosure found  ·  Reported to Google OSS VRP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910</Words>
  <Application>Microsoft Office PowerPoint</Application>
  <PresentationFormat>On-screen Show (16:9)</PresentationFormat>
  <Paragraphs>114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zx Dangling Symlink — INFO5995 Part B</dc:title>
  <dc:subject>PptxGenJS Presentation</dc:subject>
  <dc:creator>PptxGenJS</dc:creator>
  <cp:lastModifiedBy>shyam karthick</cp:lastModifiedBy>
  <cp:revision>2</cp:revision>
  <dcterms:created xsi:type="dcterms:W3CDTF">2026-05-12T06:25:50Z</dcterms:created>
  <dcterms:modified xsi:type="dcterms:W3CDTF">2026-05-12T06:36:41Z</dcterms:modified>
</cp:coreProperties>
</file>